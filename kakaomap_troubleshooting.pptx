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F346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카카오맵 구현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" y="178308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포트폴리오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" y="26060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현장공수잡 · Next.js + Supabase + Vercel 환경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3474720"/>
            <a:ext cx="2651760" cy="118872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3520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오류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3474720"/>
            <a:ext cx="2651760" cy="118872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520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10896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시도한 해결책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474720"/>
            <a:ext cx="2651760" cy="118872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520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3504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솔루션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86868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868680"/>
            <a:ext cx="54864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052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1612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현장공수잡 (건설 일용직 구인구직 플랫폼)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64592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645920"/>
            <a:ext cx="54864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824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9385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App Router · TypeScript · Supabase · Vercel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42316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423160"/>
            <a:ext cx="54864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597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7157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공고 상세 페이지에 현장 위치 지도 표시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320040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3200400"/>
            <a:ext cx="54864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2369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493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카카오맵 SDK eval 차단 → 대안 솔루션 탐색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777240"/>
            <a:ext cx="3291840" cy="397764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804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아키텍처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06440" y="1234440"/>
            <a:ext cx="3017520" cy="3200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2527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브라우저 (공고 상세 페이지)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1618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8C1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06440" y="2002536"/>
            <a:ext cx="3017520" cy="3200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0208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/api/geocode (주소→좌표)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3865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8C1"/>
                </a:solidFill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06440" y="2770632"/>
            <a:ext cx="3017520" cy="3200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카카오 REST API (좌표 반환)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8C1"/>
                </a:solidFill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06440" y="3538728"/>
            <a:ext cx="3017520" cy="3200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3557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/api/staticmap (OSM 타일)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39227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8C1"/>
                </a:solidFill>
              </a:rPr>
              <a:t>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806440" y="4306824"/>
            <a:ext cx="3017520" cy="3200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4325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지도 이미지 표시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분석 ①②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" y="82296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822960"/>
            <a:ext cx="4160520" cy="50292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86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  Git 파일 변경사항 미인식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증상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388620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6479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file changed, 354 deletions(-) — 추가 코드 없이 삭제만 기록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5146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원인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388620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1635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CRLF/LF 줄바꿈 차이로 Git이 동일 파일로 판단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5661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840480"/>
            <a:ext cx="388620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86791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Node.js로 파일 직접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-e "fs.writeFileSync(경로, 내용)"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82296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822960"/>
            <a:ext cx="4160520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886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  CSP가 카카오맵 SDK eval 차단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4630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증상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388620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76479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blocks eval in JavaScript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5146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원인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388620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81635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lockdown-install.js가 eval()을 전역 차단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840480"/>
            <a:ext cx="388620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86791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방식 완전 포기 → 서버 프록시 방식으로 전환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분석 ③④⑤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" y="80467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804672"/>
            <a:ext cx="2743200" cy="457200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50392"/>
            <a:ext cx="2596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  카카오 Static Map HTTP API 미존재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2608" y="137160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증상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" y="1627632"/>
            <a:ext cx="2523744" cy="73152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HTTP/1.1 404 Not Found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" y="246888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원인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2724912"/>
            <a:ext cx="2523744" cy="73152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614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StaticMap은 JavaScript SDK 전용. REST URL 방식 없음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356616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3822192"/>
            <a:ext cx="2523744" cy="73152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5876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타일 이미지로 대체 (eval 불필요)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27248" y="80467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27248" y="804672"/>
            <a:ext cx="2743200" cy="4572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850392"/>
            <a:ext cx="2596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  REST API 키 vs JavaScript 키 혼동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36976" y="137160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증상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36976" y="1627632"/>
            <a:ext cx="2523744" cy="73152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66420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호출 시 빈 응답 반환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36976" y="246888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원인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36976" y="2724912"/>
            <a:ext cx="2523744" cy="73152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7614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키로 REST API 호출 불가. 용도가 엄격히 구분됨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36976" y="356616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36976" y="3822192"/>
            <a:ext cx="2523744" cy="73152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85876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키(fc923...)로 교체 → 정상 응답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71616" y="80467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804672"/>
            <a:ext cx="2743200" cy="45720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850392"/>
            <a:ext cx="2596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  Git Bash 한글 인코딩 오류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81344" y="137160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증상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1627632"/>
            <a:ext cx="2523744" cy="73152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166420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query=? → HTTP 400 Bad Request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81344" y="246888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원인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81344" y="2724912"/>
            <a:ext cx="2523744" cy="73152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27614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Git Bash에서 한글 curl 전송 시 인코딩 깨짐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81344" y="356616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81344" y="3822192"/>
            <a:ext cx="2523744" cy="73152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385876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영어로 API 자체 정상 확인 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서버에서 encodeURIComponent()로 처리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분석 ⑥⑦⑧⑨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" y="804672"/>
            <a:ext cx="2057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804672"/>
            <a:ext cx="2057400" cy="43891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" y="841248"/>
            <a:ext cx="1929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  카카오맵 사용 설정 미활성화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335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증상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581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609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{"error": "not found"}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2478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원인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724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2752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2024.12부터 개발자 콘솔에서 ON 필요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3621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867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3895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→ 카카오맵 → 사용 설정 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95728" y="804672"/>
            <a:ext cx="2057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95728" y="804672"/>
            <a:ext cx="2057400" cy="4389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9736" y="841248"/>
            <a:ext cx="1929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#07  주소 검색 결과 없음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87168" y="1335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증상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87168" y="1581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1609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세종시 어진동 1-1 → not found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87168" y="2478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원인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7168" y="2724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2752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API는 정확한 지번만 검색 가능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87168" y="3621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87168" y="3867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3895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API로 1차 검색 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API fallback 적용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08576" y="804672"/>
            <a:ext cx="2057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8576" y="804672"/>
            <a:ext cx="2057400" cy="43891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72584" y="841248"/>
            <a:ext cx="1929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#08  Vercel 엣지 캐시 이미지 미갱신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1335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증상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0016" y="1581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609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200 OK인데 0.2KB 빈 이미지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00016" y="2478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원인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0016" y="2724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752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캐시가 이전 빈 응답을 계속 반환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0016" y="3621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0016" y="3867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95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Cache-Control: no-store 설정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Ctrl+Shift+R 강제 새로고침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21424" y="804672"/>
            <a:ext cx="2057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21424" y="804672"/>
            <a:ext cx="2057400" cy="43891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85432" y="841248"/>
            <a:ext cx="1929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#09  staticMapUrl 렌더링 타이밍 오류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12864" y="1335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증상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12864" y="1581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1609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 성공인데 img 태그 미렌더링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12864" y="2478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원인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12864" y="2724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67728" y="2752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mapCoords state와 렌더링 타이밍 불일치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912864" y="362102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12864" y="3867912"/>
            <a:ext cx="187452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67728" y="3895344"/>
            <a:ext cx="17647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staticMapUrl을 독립 state로 분리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setStaticMapUrl() 직접 호출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0F3460">
              <a:alpha val="25000"/>
            </a:srgbClr>
          </a:solidFill>
          <a:ln w="12700">
            <a:solidFill>
              <a:srgbClr val="0F346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E94560">
              <a:alpha val="18000"/>
            </a:srgbClr>
          </a:solidFill>
          <a:ln w="12700">
            <a:solidFill>
              <a:srgbClr val="E94560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교훈 요약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74320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96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먼저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5331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존재 여부를 공식 문서에서 먼저 확인. 추측으로 URL 구성 금지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27248" y="804672"/>
            <a:ext cx="274320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896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21608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용도 구분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18688" y="135331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JS 키와 REST API 키 혼동 금지. 용도가 엄격히 다름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804672"/>
            <a:ext cx="274320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896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⚛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65976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타이밍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63056" y="135331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 값이 있는 파생 변수는 독립 state로 분리하여 타이밍 오류 방지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724912"/>
            <a:ext cx="274320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8163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eval 환경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327355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Supabase+Vercel 환경에서 eval 기반 SDK 작동 불가. 대안 필수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27248" y="2724912"/>
            <a:ext cx="274320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28163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21608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전략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18688" y="327355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중 no-store, 배포 후 적절한 max-age 설정 구분 필요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2724912"/>
            <a:ext cx="274320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28163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65976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환경별 디버깅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63056" y="327355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Git Bash 인코딩 이슈 주의. 영어로 먼저 API 정상 확인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F3460">
              <a:alpha val="28000"/>
            </a:srgbClr>
          </a:solidFill>
          <a:ln w="12700">
            <a:solidFill>
              <a:srgbClr val="0F346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058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" y="169164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카카오맵 SDK → OSM 타일 프록시 방식으로 전환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214884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없이 순수 이미지 URL만으로 지도 표시 성공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2880360"/>
            <a:ext cx="2651760" cy="137160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926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해결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2880360"/>
            <a:ext cx="2651760" cy="137160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926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10896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시도한 방법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880360"/>
            <a:ext cx="2651760" cy="137160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926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3504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구현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" y="448056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Next.js 15 · TypeScript · Supabase · Vercel · OpenStreetMap · Kakao REST API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카카오맵 구현 트러블슈팅 포트폴리오</dc:title>
  <dc:subject>PptxGenJS Presentation</dc:subject>
  <dc:creator>PptxGenJS</dc:creator>
  <cp:lastModifiedBy>PptxGenJS</cp:lastModifiedBy>
  <cp:revision>1</cp:revision>
  <dcterms:created xsi:type="dcterms:W3CDTF">2026-04-26T04:58:11Z</dcterms:created>
  <dcterms:modified xsi:type="dcterms:W3CDTF">2026-04-26T04:58:11Z</dcterms:modified>
</cp:coreProperties>
</file>