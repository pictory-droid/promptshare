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544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3544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9848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9848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9848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9848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848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PromptLab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914400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프롬프트를 제대로 알면 AI 수준이 달라진다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4400" y="3474720"/>
            <a:ext cx="73152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PORTFOLIO  v2.0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작성일: 2026.04.19  |  작성자: 서인 (PICTORY-droid)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14400" y="4846320"/>
            <a:ext cx="237744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사이트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promptlab.io.kr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657600" y="4846320"/>
            <a:ext cx="237744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DB 글 수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976개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400800" y="4846320"/>
            <a:ext cx="237744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0080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목표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50,000개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0" y="4846320"/>
            <a:ext cx="237744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144000" y="4937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월 운영비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440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0원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86584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 OF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444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프로젝트 개요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810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PromptLab 소개, 브랜드 전환, 최종 목표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기술 스택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16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Next.js, Supabase, Vercel, Claude Code CLI 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시스템 구조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자동화 흐름 및 방문자 흐름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38912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62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구축 과정 A~Z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개발환경, DB, 자동화, 기능 구현 전체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39496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539496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4681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5468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운영 가이드라인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5833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콘텐츠 규칙, 매일 루틴, 절대 금지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37160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37160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4447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1444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오류 해결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1810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발생 오류 8건 및 해결 과정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37744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237744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037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Code 루틴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2816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3세션 자동화 루틴 설정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38328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338328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4564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3720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도메인 변경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0372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promptlab.io.kr 설정 과정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438912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438912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462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0372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현황 및 로드맵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0372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현재 상태, 향후 계획, 수익화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539496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539496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54681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03720" y="5468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보안 정보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03720" y="5833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계정, API 키, 접속 링크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73352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프로젝트 개요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PromptLab이란?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66928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</a:rPr>
              <a:t>AI 프롬프트 학습 플랫폼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PromptLab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(구 PromptShare)은 다양한 직종·산업·세대에 맞는 실용적인 AI 프롬프트를 큐레이션하여 제공하는 학습 플랫폼입니다.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AI를 제대로 활용하려면 좋은 프롬프트가 필요하지만 대부분의 사람들은 어떻게 작성해야 할지 모릅니다. 이 문제를 해결하기 위해 다양한 상황에 맞는 프롬프트를 제공하는 플랫폼을 구축했습니다.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최종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프롬프트 5만 개 → 국내 최대 AI 프롬프트 라이브러리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글 3,000개 → 프롬프트 자동 완성기 배포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글 10,000개 → 구글 로그인 + My Lab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수익화: 광고 → API 판매 → 프리미엄 구독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548640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A"/>
                </a:solidFill>
              </a:rPr>
              <a:t>브랜드 전환 (2026.04.19)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74520"/>
            <a:ext cx="52120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항목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66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변경 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4692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변경 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240280"/>
            <a:ext cx="5212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240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브랜드명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22402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PromptShare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4692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PromptLab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587752"/>
            <a:ext cx="52120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5877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슬로건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26680" y="25877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공유하고 발견하세요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46920" y="25877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AI 수준이 달라진다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46520" y="2935224"/>
            <a:ext cx="5212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9352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사이트 성격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26680" y="293522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공유 커뮤니티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6920" y="293522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학습 플랫폼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46520" y="3282696"/>
            <a:ext cx="52120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28269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작성자명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32826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각각 다른 닉네임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46920" y="328269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PromptLab 통일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3630168"/>
            <a:ext cx="52120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6301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외부 글 작성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36301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누구나 가능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46920" y="36301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불가 (관리자 전용)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3977640"/>
            <a:ext cx="52120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977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날짜 표시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26680" y="3977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표시됨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4692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제거 (상품성 유지)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기술 스택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 —  월 운영비 0원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도구가 무료로 운영됩니다. Claude Code CLI만 Pro 플랜 사용.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 + TypeScript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47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웹사이트 화면 프레임워크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7647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764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50876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Supabase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947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데이터베이스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12680" y="17647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764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6888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Vercel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배포 서버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272491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46888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246888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UI 스타일링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12680" y="272491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2900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502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GitHub (Private)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코드 저장소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0" y="368503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3685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342900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342900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502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28232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자동화 스케줄러 (중지)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12680" y="368503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3685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38912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438912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Claude Code CLI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0352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코드 에디터 (신규)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0" y="46451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3A1A00"/>
          </a:solidFill>
          <a:ln w="12700">
            <a:solidFill>
              <a:srgbClr val="3A1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46451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Pro 플랜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438912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438912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Gemini API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28232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글 자동 생성 AI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12680" y="46451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3A1A00"/>
          </a:solidFill>
          <a:ln w="12700">
            <a:solidFill>
              <a:srgbClr val="3A1A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12680" y="46451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무료 (1,500회/일)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34924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34924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5422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</a:rPr>
              <a:t>Google Analytics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0352" y="5788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방문자 통계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114800" y="560527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56052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5349240"/>
            <a:ext cx="557784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63640" y="5349240"/>
            <a:ext cx="45720" cy="8412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8232" y="5422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</a:rPr>
              <a:t>카카오 공유 API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28232" y="5788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카카오톡 공유 (신규)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012680" y="560527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012680" y="56052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무료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시스템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구조 (아키텍처)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2560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30352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기존 방식 — GitHub Actions (중지됨)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매일 오후 9시 (KST)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58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  GitHub Actions 서버 실행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426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  Gemini AI API 호출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266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  프롬프트 50개 자동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  Supabase DB 자동 저장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5852160" cy="2560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371600"/>
            <a:ext cx="5852160" cy="411480"/>
          </a:xfrm>
          <a:prstGeom prst="rect">
            <a:avLst/>
          </a:prstGeom>
          <a:solidFill>
            <a:srgbClr val="1A2E1A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현재 방식 — Claude Code 루틴 자동화 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874520"/>
            <a:ext cx="5577840" cy="594360"/>
          </a:xfrm>
          <a:prstGeom prst="rect">
            <a:avLst/>
          </a:prstGeom>
          <a:solidFill>
            <a:srgbClr val="0D2B0D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세션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오전 9:00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17627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기존 글 10개 전면 재작성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2587752"/>
            <a:ext cx="5577840" cy="594360"/>
          </a:xfrm>
          <a:prstGeom prst="rect">
            <a:avLst/>
          </a:prstGeom>
          <a:solidFill>
            <a:srgbClr val="0D2B0D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세션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오후 1:00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889504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기존 글 10개 전면 재작성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300984"/>
            <a:ext cx="5577840" cy="594360"/>
          </a:xfrm>
          <a:prstGeom prst="rect">
            <a:avLst/>
          </a:prstGeom>
          <a:solidFill>
            <a:srgbClr val="0D2B0D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346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세션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3346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오후 5:00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6027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새 글 20개 작성 + INSERT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11430000" cy="1645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방문자 흐름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방문자 접속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488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88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Vercel (Next.js)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490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Supabase 데이터 로드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492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카테고리/검색 필터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프롬프트 상세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496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복사/공유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66960" y="46634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22A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149840" y="4663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49840" y="46634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GA 기록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구축 과정 A~Z  (1/3)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환경 · GitHub · Supabase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474720" cy="2286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개발 환경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Windows 10/11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개발 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 Bash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2494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터미널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 Code 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578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코드 에디터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 LTS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9077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실행 환경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36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 Code CLI v2.1.114 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2369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코드 에디터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371600"/>
            <a:ext cx="3840480" cy="2286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0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GitHub 설정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18745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레포지터리: PICTORY-droid/promptshare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Public → Private 전환 (자동화 코드 보호)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GitHub Secrets: GEMINI_API_KEY, SUPABASE_URL, SUPABASE_KEY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PAT: repo + workflow 권한 발급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Claude GitHub 앱 설치 (루틴 연동용)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371600"/>
            <a:ext cx="3749040" cy="2286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Supabase DB 구조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id (UUID)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title, description, content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category (22개)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author_name (PromptLab)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views / likes / dislikes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shares (신규)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last_auto_update (신규)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password / created_at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114300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주요 SQL 작업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prompts ADD COLUMN dislikes INTEGER DEFAULT 0;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994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prompts ADD COLUMN shares INTEGER DEFAULT 0;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94690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prompts SET author_name = 'PromptLab' WHERE password = '0520';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29437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prompts WHERE last_auto_update IS NULL;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구축 과정 A~Z  (2/3)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자동화 · Claude Code CLI · 기능 구현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23774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GitHub Actions + Gemini API (중지)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E7681"/>
                </a:solidFill>
              </a:rPr>
              <a:t>.github/workflows/generate.yml → cron 스케줄러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E7681"/>
                </a:solidFill>
              </a:rPr>
              <a:t>scripts/generate_prompts.py → 글 생성 코드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E7681"/>
                </a:solidFill>
              </a:rPr>
              <a:t>7개 축 랜덤 조합 (카테고리+직종+세대+지역+규모+성별+경력)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E7681"/>
                </a:solidFill>
              </a:rPr>
              <a:t>키워드 3개 이상 겹치면 재생성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E7681"/>
                </a:solidFill>
              </a:rPr>
              <a:t>하루 50개 자동 생성 → 현재 중지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5852160" cy="23774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371600"/>
            <a:ext cx="5852160" cy="411480"/>
          </a:xfrm>
          <a:prstGeom prst="rect">
            <a:avLst/>
          </a:prstGeom>
          <a:solidFill>
            <a:srgbClr val="1A2E1A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71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Claude Code CLI 도입 (신규 ✓)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C:/Desktop/vibe/promptshare &amp;&amp; claude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토큰 절약: 작업 전환 시 /clear 필수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파일 지정해서 읽기 (전체 스캔 금지)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한 번에 하나씩 작업 원칙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Claude Code Routines로 완전 자동화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11430000" cy="18288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주요 기능 구현 (2026.04.19)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2103120" cy="1143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카테고리 22개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7개에서 확장. 데스크탑/모바일 드롭다운 통일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07208" y="4434840"/>
            <a:ext cx="2103120" cy="1143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공유하기 기능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98648" y="4846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7개 SNS + OG 메타태그 + 카카오 API + 출처 태그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65776" y="4434840"/>
            <a:ext cx="2103120" cy="1143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날짜 표시 제거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57216" y="4846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상품성 유지. created_at은 정렬용으로만 활용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24344" y="4434840"/>
            <a:ext cx="2103120" cy="1143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인기순 정렬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15784" y="4846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최신순/인기순 탭 추가. views 기준 내림차순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82912" y="4434840"/>
            <a:ext cx="2103120" cy="1143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스캔라인 슬로건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74352" y="4846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위→아래 스캔 애니메이션. 10초마다 반복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구축 과정 A~Z  (3/3)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카카오 공유 API · 도메인 변경 · Analytics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2560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</a:rPr>
              <a:t>카카오 공유 API 설정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App ID: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9019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1435131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앱 이름: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PromptLab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JavaScript 키: 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5968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b4ddc9dd...671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44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등록 도메인: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944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promptlab.io.kr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오류 코드: 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4019 → 도메인 미등록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해결 방법: 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639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제품 링크 관리 + JS 키 도메인 등록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371600"/>
            <a:ext cx="5852160" cy="2560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463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도메인 변경 — promptlab.io.kr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901952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1. 가비아에서 promptlab.io.kr 구매 (16,500원/년)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2. 등록정보 숨김 + 안전잠금 설정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3. Vercel → Settings → Domains → Add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4. DNS A 레코드: @ → 216.198.79.1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5. promptshare-woad.vercel.app → 308 영구 리다이렉트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6. 코드 5개 파일 URL 일괄 교체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5303520" cy="1645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</a:rPr>
              <a:t>Google 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측정 ID: G-7T02L3YW4T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시간대: 대한민국 (GMT+9)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적용: app/layout.tsx (afterInteractive)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4114800"/>
            <a:ext cx="5852160" cy="1645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4206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콘텐츠 매트릭스 (7개 축 조합)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466344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6634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카테고리 22개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43800" y="466344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46634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직종 32개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466344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46634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세대 5개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378440" y="466344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78440" y="46634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지역 17개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51663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51663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규모 6개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43800" y="51663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51663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성별 3개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51663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51663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경력 9개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378440" y="51663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78440" y="51663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22A"/>
                </a:solidFill>
              </a:rPr>
              <a:t>→ 수십만 조합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86584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운영 가이드라인 v2.0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운영 가이드라인 v2.0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핵심 원칙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시점 중립성: 특정 연도/수치 하드코딩 절대 금지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날짜 노출 없음: created_at은 정렬용으로만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작성자명 고정: 항상 PromptLab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상품성 우선: 복붙해서 바로 쓸 수 있는 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303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시점 중립성 예시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"2024년 최저임금은 9,860원"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"현재 최저임금 {{최저임금}}원 기준"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"2025년 부가세율 10%"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"현행 부가세율 {{세율}}% 기준"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5852160" cy="2286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463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카테고리 배분 (20개 기준)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Coding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19202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Marketing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0" y="22128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22A"/>
                </a:solidFill>
              </a:rPr>
              <a:t>Finance/Legal/Health/Career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0" y="2505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798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</a:rPr>
              <a:t>Education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0" y="2798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</a:rPr>
              <a:t>General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383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기타 (Real Estate 등)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0" y="3383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749040"/>
            <a:ext cx="585216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3840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절대 금지 12가지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51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author_id 컬럼 사용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06840" y="4251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대괄호 [ ] 사용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690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환각 정보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06840" y="4690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달러쿼팅 미완성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5129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특정 연도 하드코딩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06840" y="5129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✗  AI 티 나는 문장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29968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오류 발생 및 해결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오류 발생 및 해결 과정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과정에서 발생한 오류 8건과 해결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오류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원인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932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해결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83080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workflow scope 오류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GitHub PAT 권한 부족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18288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PAT 재발급 + workflow 체크 + Windows 자격증명 삭제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68296"/>
            <a:ext cx="11430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68296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140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google.generativeai deprecated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패키지 지원 종료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89320" y="241401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pip install google-genai로 변경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11430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53512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99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gemini-1.5-flash 404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999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모델 지원 종료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29992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gemini-2.0-flash로 변경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538728"/>
            <a:ext cx="11430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38728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84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429 RESOURCE_EXHAUSTED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584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하루 할당량 소진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89320" y="35844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자정 후 자동 리셋 대기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123944"/>
            <a:ext cx="11430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23944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69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 null 오류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41696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Gemini 생성 글 일부 null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416966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UPDATE SET description='' WHERE description IS NULL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11430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709160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본문 빈 줄 과다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\r\n split 문제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47548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replace(/\r\n/g,'\n') + 빈줄 최대 1개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5294376"/>
            <a:ext cx="11430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5294376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340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카카오 공유 4019 오류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37560" y="53400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도메인 미등록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89320" y="53400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제품 링크 관리 + JS 키 도메인 등록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5879592"/>
            <a:ext cx="11430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879592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925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UnicodeEncodeError cp949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37560" y="5925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이모지 인코딩 오류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89320" y="592531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sys.stdout.buffer.write + ensure_ascii=False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980944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Claude Code 루틴 자동화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Routines — 완전 자동화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claude.ai/code/routines 에서 설정. 노트북 꺼져도 Anthropic 클라우드에서 자동 실행.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65760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세션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매일 오전 9:00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45720" cy="3474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기존 글 10개 전면 재작성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GUIDELINE.md 읽기 → Supabase에서 last_auto_update IS NULL 글 10개 조회 → 전면 재작성 → UPDATE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5760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세션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매일 오후 1:00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45720" cy="3474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148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기존 글 10개 전면 재작성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27889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세션 1과 동일. 총 하루 20개 재작성.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1554480"/>
            <a:ext cx="3657600" cy="34747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세션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매일 오후 5:00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554480"/>
            <a:ext cx="45720" cy="3474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148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새 글 20개 작성 + INSERT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27889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기존 제목 전체 조회 → 중복 체크 → 가이드라인 기준 20개 작성 → Supabase INSERT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212080"/>
            <a:ext cx="1143000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하루 재작성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97180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하루 신규 작성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7180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완료까지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 49일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236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완료 후 총 글 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 1,956개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92640" y="5303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운영 개입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5623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0회/일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792224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  현황 및 로드맵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상태 · 로드맵 · 수익화 계획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현재 상태 (2026.04.19)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사이트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90195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정상 운영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854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도메인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18541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promptlab.io.kr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DB 글 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46888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976개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5234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자동화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75234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Claude Code 루틴 3세션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3580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공유 기능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303580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7개 SNS 완료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1927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기존 글 수정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31927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5개 완료 / 971개 남음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월 운영비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6027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0원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371600"/>
            <a:ext cx="62179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로드맵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192024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지금 ~ 50일 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1901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기존 976개 전면 재작성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221284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~3개월 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2194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글 3,000개 달성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2505456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87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3,000개 달성 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자동 완성기 배포 + 도메인 완전 전환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0" y="2798064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7797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~1년 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27797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글 10,000개 + AdSense 수익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15000" y="309067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072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10,000개 달성 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43800" y="3072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구글 로그인 + My Lab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15000" y="338328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364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~2년 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4380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글 50,000개 + API 판매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15000" y="367588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장기 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프리미엄 구독 모델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023360"/>
            <a:ext cx="11430000" cy="21945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수익화 계획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572000"/>
            <a:ext cx="2606040" cy="1508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1순위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AdSense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2303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10~50만원/월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" y="5513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글 10,000개 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37560" y="4572000"/>
            <a:ext cx="2606040" cy="1508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2순위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2900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자동 완성기 유료화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429000" y="52303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30~100만원/월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429000" y="5513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글 3,000개 후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4572000"/>
            <a:ext cx="2606040" cy="1508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3순위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1792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판매 (49,000원)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0" y="52303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50~200만원/월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5513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글 20,000개 후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915400" y="4572000"/>
            <a:ext cx="2606040" cy="1508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0684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4순위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0684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프리미엄 구독 (9,900원)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006840" y="52303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100~500만원/월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006840" y="55138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글 30,000개 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  보안 정보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계정 및 보안 정보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solidFill>
            <a:srgbClr val="3A0D0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⚠  이 문서는 개인 보관용입니다. 외부 공개 절대 금지.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14300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서비스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계정/URL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8288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키/정보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114300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585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258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PICTORY-droid (Private)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22585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ghp_teGwdTe...w0pi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114300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523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 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27523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hkijkcoshdzzmaxiihzm.supabase.co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95160" y="27523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ANON + Service Role + Secret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892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프롬프트쉐어 프로젝트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95160" y="3246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AIzaSyBtvUMg...hoc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94176"/>
            <a:ext cx="114300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398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Vercel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3739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promptshare-woad.vercel.app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37398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GitHub 연동 자동 배포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87952"/>
            <a:ext cx="114300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Analytics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4233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G-7T02L3YW4T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4233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analytics.google.com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114300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274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카카오 개발자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88920" y="4727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App ID: 1435131 / PromptLab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95160" y="4727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JS Key: b4ddc9dd...671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5175504"/>
            <a:ext cx="114300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221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 비밀번호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52212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0520 (임시)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52212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향후 로그인 시스템으로 교체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715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로컬 경로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88920" y="5715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C:/Desktop/vibe/promptshare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95160" y="5715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Claude Code 작업 기준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 참고 링크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참고 링크 모음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사이트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https://promptlab.io.kr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70992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github.com/PICTORY-droid/promptshare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1214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36829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github.com/.../actions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2075688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1214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Supabase 대시보드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36829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supabase.com/dashboard/project/hkijkcoshdzzmaxiihzm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7797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Supabase 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2666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supabase.com/.../sql/new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2734056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27797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02666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vercel.com/dashboard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92424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438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Google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68503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analytics.google.com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3392424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3438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Google AI Studio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8503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aistudio.google.com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50792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카카오 개발자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34340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developers.kakao.com/console/app/1435131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4050792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Claude Code 루틴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34340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claude.ai/code/routines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4754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법령정보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500176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law.go.kr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4709160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4754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Gemini 요금제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00176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ai.google.dev/gemini-api/docs/rate-limits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5367528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" y="5413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제8차 직업분류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566013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kostat.go.kr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5367528"/>
            <a:ext cx="5577840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0" y="5413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한국의료분쟁조정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566013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k-medi.or.kr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PromptLab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프롬프트를 제대로 알면 AI 수준이 달라진다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73152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서인 (PICTORY-droid)  |  2026.04.19  |  promptlab.io.kr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2286000" cy="1280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목표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4572000"/>
            <a:ext cx="2286000" cy="1280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현재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976개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5040" y="4572000"/>
            <a:ext cx="2286000" cy="1280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월 운영비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95360" y="4572000"/>
            <a:ext cx="2286000" cy="1280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자동화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완료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PromptLab  |  서인 (PICTORY-droid)  |  2026.04.19  |  개인 보관용 — 외부 공개 금지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PromptLab 프로젝트 포트폴리오</dc:title>
  <dc:subject>PptxGenJS Presentation</dc:subject>
  <dc:creator>서인 (PICTORY-droid)</dc:creator>
  <cp:lastModifiedBy>서인 (PICTORY-droid)</cp:lastModifiedBy>
  <cp:revision>1</cp:revision>
  <dcterms:created xsi:type="dcterms:W3CDTF">2026-04-19T05:40:03Z</dcterms:created>
  <dcterms:modified xsi:type="dcterms:W3CDTF">2026-04-19T05:40:03Z</dcterms:modified>
</cp:coreProperties>
</file>